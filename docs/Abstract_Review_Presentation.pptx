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'I'm building a lie detector for AI that reads the model's internals instead of its words.' Then say you already have working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outputs from my run. Note the confident, flat tone - identical to when it is correct. That is the whole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existing method throws away the computation the model already did, then pays again to reconstruct uncertainty from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probe is logistic regression - about 1500 numbers. Deliberately simple: if a LINEAR readout works, the information is explicitly represented, not being computed by the probe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engineering point: extract activations ONCE and cache them. After that every experiment runs on CPU in seconds - which is why this fits a free Colab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hump at ~70% depth matches what is reported for models 5x larger. Independent confirmation that the phenomenon holds at 1.5B.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if asked: the gap over log-probability is not yet statistically significant on 592 test examples. I am scaling to 8,000 to resolve it. Volunteering that shows rigour.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accuracy is only 36%: the base model is small and weak. The detector is capturing most of what is available. A stronger base model makes this far more compelling.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what separates a careful project from a lucky one. Faculty notice it. Spend time here if the review is going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you invented probing. Saying clearly what is prior work and what is yours is what a knowledgeable examiner is testing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Weeks 7-9 is the novel contribution. Everything before it is groundwork that is already de-risked.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this: most projects at abstract review have a plan. I have a measured result and a de-risked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300" b="1">
                <a:solidFill>
                  <a:srgbClr val="8FB0C9"/>
                </a:solidFill>
                <a:latin typeface="Calibri"/>
              </a:rPr>
              <a:t>MAJOR PROJECT  ·  ABSTRACT REVIEW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Do Small Language Models</a:t>
            </a:r>
          </a:p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 When They Are Wrong?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C8DAE8"/>
                </a:solidFill>
                <a:latin typeface="Calibri"/>
              </a:rPr>
              <a:t>Low-cost hallucination detection from internal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B0C9"/>
                </a:solidFill>
                <a:latin typeface="Calibri"/>
              </a:rPr>
              <a:t>B.Tech.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AI models lie confidently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>
                <a:solidFill>
                  <a:srgbClr val="14171A"/>
                </a:solidFill>
                <a:latin typeface="Calibri"/>
              </a:rPr>
              <a:t>Language models produce fluent, confident, completely false answers.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14171A"/>
                </a:solidFill>
                <a:latin typeface="Calibri"/>
              </a:rPr>
              <a:t>They sound exactly the same whether they know or are guessing.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45775" cy="21945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4612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5A6B7C"/>
                </a:solidFill>
                <a:latin typeface="Calibri"/>
              </a:rPr>
              <a:t>From my own experiments (Qwen2.5-1.5B):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4171A"/>
                </a:solidFill>
                <a:latin typeface="Calibri"/>
              </a:rPr>
              <a:t>Q:  Who designed the red telephone box?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A4551B"/>
                </a:solidFill>
                <a:latin typeface="Calibri"/>
              </a:rPr>
              <a:t>A:  "William Morris"        — wrong. It was Giles Gilbert Scott.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4171A"/>
                </a:solidFill>
                <a:latin typeface="Calibri"/>
              </a:rPr>
              <a:t>Q:  What sort of creature is a Pacific Sea Wasp?</a:t>
            </a:r>
          </a:p>
          <a:p>
            <a:pPr algn="l">
              <a:spcAft>
                <a:spcPts val="0"/>
              </a:spcAft>
            </a:pPr>
            <a:r>
              <a:rPr sz="1900" b="1">
                <a:solidFill>
                  <a:srgbClr val="A4551B"/>
                </a:solidFill>
                <a:latin typeface="Calibri"/>
              </a:rPr>
              <a:t>A:  "Insect"                — wrong. It is a jellyfish.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WHY IT MATTERS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Detecting this is currently expensive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4171A"/>
                </a:solidFill>
                <a:latin typeface="Calibri"/>
              </a:rPr>
              <a:t>The blocker for deploying LLMs anywhere a wrong answer costs more than no answer — healthcare, law, finance,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545775" cy="658368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449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Sample the model 10 times, check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0449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A4551B"/>
                </a:solidFill>
                <a:latin typeface="Calibri"/>
              </a:rPr>
              <a:t>10x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75888"/>
            <a:ext cx="10545775" cy="658368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Retrieve evidence and verify each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A4551B"/>
                </a:solidFill>
                <a:latin typeface="Calibri"/>
              </a:rPr>
              <a:t>needs a corpus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425696"/>
            <a:ext cx="10545775" cy="658368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445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Ask the model if it is 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5445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A4551B"/>
                </a:solidFill>
                <a:latin typeface="Calibri"/>
              </a:rPr>
              <a:t>poorly calibrated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75504"/>
            <a:ext cx="10545775" cy="658368"/>
          </a:xfrm>
          <a:prstGeom prst="rect">
            <a:avLst/>
          </a:prstGeom>
          <a:solidFill>
            <a:srgbClr val="F0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9437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71A"/>
                </a:solidFill>
                <a:latin typeface="Calibri"/>
              </a:rPr>
              <a:t>Read what the model already computed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9437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1E6B4A"/>
                </a:solidFill>
                <a:latin typeface="Calibri"/>
              </a:rPr>
              <a:t>~free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THE IDEA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Read the model's mind, not its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B3A5C"/>
                </a:solidFill>
                <a:latin typeface="Calibri"/>
              </a:rPr>
              <a:t>A polygraph for AI.</a:t>
            </a:r>
          </a:p>
          <a:p>
            <a:pPr algn="l">
              <a:spcAft>
                <a:spcPts val="0"/>
              </a:spcAft>
            </a:pPr>
            <a:r>
              <a:rPr sz="1900" b="0">
                <a:solidFill>
                  <a:srgbClr val="14171A"/>
                </a:solidFill>
                <a:latin typeface="Calibri"/>
              </a:rPr>
              <a:t>A person's words are chosen. Their pulse is not. A model's output tokens are optimised — its internal activations are just the machinery that produced them, and may still carry what the output hid.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886200"/>
            <a:ext cx="96313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171A"/>
                </a:solidFill>
                <a:latin typeface="Consolas"/>
              </a:rPr>
              <a:t>Question  →  [ MODEL ]  →  Answer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A6B7C"/>
                </a:solidFill>
                <a:latin typeface="Consolas"/>
              </a:rPr>
              <a:t>                    ↓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A6B7C"/>
                </a:solidFill>
                <a:latin typeface="Consolas"/>
              </a:rPr>
              <a:t>            internal numbers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5A6B7C"/>
                </a:solidFill>
                <a:latin typeface="Consolas"/>
              </a:rPr>
              <a:t>                    ↓</a:t>
            </a:r>
          </a:p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onsolas"/>
              </a:rPr>
              <a:t>         [ tiny probe ]  →  "probably wrong"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METHOD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7830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71A"/>
                </a:solidFill>
                <a:latin typeface="Calibri"/>
              </a:rPr>
              <a:t>Ask 2,000 TriviaQA questions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model generates its own answers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517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71A"/>
                </a:solidFill>
                <a:latin typeface="Calibri"/>
              </a:rPr>
              <a:t>Grade each answer against gold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label = did it hallucinate?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0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71A"/>
                </a:solidFill>
                <a:latin typeface="Calibri"/>
              </a:rPr>
              <a:t>Capture hidden activations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every layer, one forward pass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8912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71A"/>
                </a:solidFill>
                <a:latin typeface="Calibri"/>
              </a:rPr>
              <a:t>Train a linear probe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logistic regression, seconds on CPU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257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71A"/>
                </a:solidFill>
                <a:latin typeface="Calibri"/>
              </a:rPr>
              <a:t>Abstain when risk is high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"I'm not sure" instead of guessing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RESULT 1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The signal is real — and it has a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658368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5A6B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A6B7C"/>
                </a:solidFill>
                <a:latin typeface="Calibri"/>
              </a:rPr>
              <a:t>PASTE YOUR FIGURE HERE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figures/layer_sweep.png  (AUROC per layer)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A6B7C"/>
                </a:solidFill>
                <a:latin typeface="Calibri"/>
              </a:rPr>
              <a:t>Layers 0–9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0.54 → 0.67   surface form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A4551B"/>
                </a:solidFill>
                <a:latin typeface="Calibri"/>
              </a:rPr>
              <a:t>Layer 10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jumps to 0.75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E6B4A"/>
                </a:solidFill>
                <a:latin typeface="Calibri"/>
              </a:rPr>
              <a:t>Layers 10–23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0.75–0.82   the signal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5A6B7C"/>
                </a:solidFill>
                <a:latin typeface="Calibri"/>
              </a:rPr>
              <a:t>Layers 24–28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decays to 0.72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1B3A5C"/>
                </a:solidFill>
                <a:latin typeface="Calibri"/>
              </a:rPr>
              <a:t>Peak at layer 20 of 28</a:t>
            </a:r>
            <a:br/>
            <a:r>
              <a:rPr sz="1600" b="1">
                <a:solidFill>
                  <a:srgbClr val="1B3A5C"/>
                </a:solidFill>
                <a:latin typeface="Calibri"/>
              </a:rPr>
              <a:t>= 71% of network 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RESULT 2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It beats the free alternatives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291840" cy="13716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1B3A5C"/>
                </a:solidFill>
                <a:latin typeface="Calibri"/>
              </a:rPr>
              <a:t>0.819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AUROC  (±0.011, 10 splits)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91840" cy="13716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99339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1E6B4A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forward pass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828800"/>
            <a:ext cx="3291840" cy="137160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99339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1B3A5C"/>
                </a:solidFill>
                <a:latin typeface="Calibri"/>
              </a:rPr>
              <a:t>71%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of network depth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10545775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210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621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621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10545775" cy="54864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96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min token log-probability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1696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0.771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1696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1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90872"/>
            <a:ext cx="10545775" cy="54864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9145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self-consistency (K=10)*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7914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0.758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7914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171A"/>
                </a:solidFill>
                <a:latin typeface="Calibri"/>
              </a:rPr>
              <a:t>11 passes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312664"/>
            <a:ext cx="10545775" cy="548640"/>
          </a:xfrm>
          <a:prstGeom prst="rect">
            <a:avLst/>
          </a:prstGeom>
          <a:solidFill>
            <a:srgbClr val="F0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132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71A"/>
                </a:solidFill>
                <a:latin typeface="Calibri"/>
              </a:rPr>
              <a:t>internal-state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413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E6B4A"/>
                </a:solidFill>
                <a:latin typeface="Calibri"/>
              </a:rPr>
              <a:t>0.819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54132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71A"/>
                </a:solidFill>
                <a:latin typeface="Calibri"/>
              </a:rPr>
              <a:t>1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0175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* naive exact-match variant — a proper NLI-clustered implementation is in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RESULT 3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What it is actually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4171A"/>
                </a:solidFill>
                <a:latin typeface="Calibri"/>
              </a:rPr>
              <a:t>When the probe fires, the system says "I'm not sure" instead of guessing.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603504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A6B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A6B7C"/>
                </a:solidFill>
                <a:latin typeface="Calibri"/>
              </a:rPr>
              <a:t>PASTE YOUR FIGURE HERE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figures/risk_coverage.png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6517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B3A5C"/>
                </a:solidFill>
                <a:latin typeface="Calibri"/>
              </a:rPr>
              <a:t>Declining the riskiest 20%</a:t>
            </a:r>
          </a:p>
          <a:p>
            <a:pPr algn="l">
              <a:spcAft>
                <a:spcPts val="1800"/>
              </a:spcAft>
            </a:pPr>
            <a:r>
              <a:rPr sz="2000" b="1">
                <a:solidFill>
                  <a:srgbClr val="1E6B4A"/>
                </a:solidFill>
                <a:latin typeface="Calibri"/>
              </a:rPr>
              <a:t>accuracy   29.9%  →  36.4%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That is 86% of the gain a perfect detector could achieve at the same coverage.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The ceiling here is the model's own weakness, not the detector's.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METHODOLOGY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Why these numbers can be trusted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0195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71A"/>
                </a:solidFill>
                <a:latin typeface="Calibri"/>
              </a:rPr>
              <a:t>Entity-disjoint splits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the same entity never appears in train and test, so the probe cannot memorise instead of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71A"/>
                </a:solidFill>
                <a:latin typeface="Calibri"/>
              </a:rPr>
              <a:t>Error bars over 10 seeds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0.819 ± 0.011, not a single lucky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02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84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71A"/>
                </a:solidFill>
                <a:latin typeface="Calibri"/>
              </a:rPr>
              <a:t>Leakage control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random-split comparison shows no measurable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256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71A"/>
                </a:solidFill>
                <a:latin typeface="Calibri"/>
              </a:rPr>
              <a:t>Manual label audit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15 gradings hand-checked; one systematic bug found and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85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E6B4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6694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71A"/>
                </a:solidFill>
                <a:latin typeface="Calibri"/>
              </a:rPr>
              <a:t>Negative controls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C"/>
                </a:solidFill>
                <a:latin typeface="Calibri"/>
              </a:rPr>
              <a:t>label shuffling and random ordering both collapse to chance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POSITIONING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What is mine, and what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029200" cy="393192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5A6B7C"/>
                </a:solidFill>
                <a:latin typeface="Calibri"/>
              </a:rPr>
              <a:t>BUILDS 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SAPLMA (Azaria &amp; Mitchell, 2023)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CCS (Burns et al., 2023)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ITI (Li et al., 2023)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INSIDE (Chen et al., 2024)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171A"/>
                </a:solidFill>
                <a:latin typeface="Calibri"/>
              </a:rPr>
              <a:t>Orgad et al. (2025)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All use 6B+ models, within a single model family.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120640" cy="3931920"/>
          </a:xfrm>
          <a:prstGeom prst="rect">
            <a:avLst/>
          </a:prstGeom>
          <a:solidFill>
            <a:srgbClr val="F0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5740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1E6B4A"/>
                </a:solidFill>
                <a:latin typeface="Calibri"/>
              </a:rPr>
              <a:t>WHAT IS NEW HERE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4171A"/>
                </a:solidFill>
                <a:latin typeface="Calibri"/>
              </a:rPr>
              <a:t>Sub-4B models — the on-device regime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4171A"/>
                </a:solidFill>
                <a:latin typeface="Calibri"/>
              </a:rPr>
              <a:t>Cross-model-family transfer of probes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4171A"/>
                </a:solidFill>
                <a:latin typeface="Calibri"/>
              </a:rPr>
              <a:t>Cost-versus-quality frontier framing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4171A"/>
                </a:solidFill>
                <a:latin typeface="Calibri"/>
              </a:rPr>
              <a:t>Selective-prediction evaluation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Transfer across model families has not, to my knowledge, been done for truthfulness probes.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WORK PLAN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1B3A5C"/>
                </a:solidFill>
                <a:latin typeface="Calibri"/>
              </a:rPr>
              <a:t>Where this goes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1188720" cy="50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011680" cy="566928"/>
          </a:xfrm>
          <a:prstGeom prst="rect">
            <a:avLst/>
          </a:prstGeom>
          <a:solidFill>
            <a:srgbClr val="1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039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Working pipeline, 0.819 AUROC, baselines,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87752"/>
            <a:ext cx="2011680" cy="5669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066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066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Scale to 8,000 examples for statistical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55264"/>
            <a:ext cx="2011680" cy="5669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741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Weeks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741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Add Llama-3.2 and Gemma-2; test the scale 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22776"/>
            <a:ext cx="2011680" cy="5669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41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Weeks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416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HaluEval and HotpotQA — does it transfer across tasks?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90288"/>
            <a:ext cx="2011680" cy="566928"/>
          </a:xfrm>
          <a:prstGeom prst="rect">
            <a:avLst/>
          </a:prstGeom>
          <a:solidFill>
            <a:srgbClr val="A45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915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Weeks 7–9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091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Cross-model transfer via representational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2011680" cy="56692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766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Weeks 10–12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3766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4171A"/>
                </a:solidFill>
                <a:latin typeface="Calibri"/>
              </a:rPr>
              <a:t>Open-source library + interactive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FB0C9"/>
                </a:solidFill>
                <a:latin typeface="Calibri"/>
              </a:rPr>
              <a:t>In one sentence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language model's internal activations reveal when it is about to be wrong — at the cost of a single dot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657600"/>
            <a:ext cx="2468880" cy="1371600"/>
          </a:xfrm>
          <a:prstGeom prst="rect">
            <a:avLst/>
          </a:prstGeom>
          <a:solidFill>
            <a:srgbClr val="2A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0.819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DAE8"/>
                </a:solidFill>
                <a:latin typeface="Calibri"/>
              </a:rPr>
              <a:t>AUROC, ±0.011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3657600"/>
            <a:ext cx="2468880" cy="1371600"/>
          </a:xfrm>
          <a:prstGeom prst="rect">
            <a:avLst/>
          </a:prstGeom>
          <a:solidFill>
            <a:srgbClr val="2A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71%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DAE8"/>
                </a:solidFill>
                <a:latin typeface="Calibri"/>
              </a:rPr>
              <a:t>of network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2468880" cy="1371600"/>
          </a:xfrm>
          <a:prstGeom prst="rect">
            <a:avLst/>
          </a:prstGeom>
          <a:solidFill>
            <a:srgbClr val="2A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DAE8"/>
                </a:solidFill>
                <a:latin typeface="Calibri"/>
              </a:rPr>
              <a:t>forward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3657600"/>
            <a:ext cx="2468880" cy="1371600"/>
          </a:xfrm>
          <a:prstGeom prst="rect">
            <a:avLst/>
          </a:prstGeom>
          <a:solidFill>
            <a:srgbClr val="2A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+6.5pt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C8DAE8"/>
                </a:solidFill>
                <a:latin typeface="Calibri"/>
              </a:rPr>
              <a:t>accuracy when abstaining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AE8"/>
                </a:solidFill>
                <a:latin typeface="Calibri"/>
              </a:rPr>
              <a:t>Working result in week one. The remaining risk is effort, not feasibility.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